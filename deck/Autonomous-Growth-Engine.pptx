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585216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Growth Engine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66928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self-improving SaaS layer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38862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real user behavior and automatically generates and deploys onboarding, SEO, and pricing improvements — publishing each change as the right user, with the right permissions.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Scalekit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Actian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indent="0" marL="0">
              <a:buNone/>
            </a:pPr>
            <a:r>
              <a:rPr lang="en-US" sz="1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Hackathon · Agents in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agents are demos. The last mile breaks them.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048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F5B1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328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240487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work is manual &amp; reactive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081528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drown in analytics but act on a fraction of it.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gaps, dead SEO pages, and pricing leaks sit for weeks.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→ shipped fix is a slow, human, error-prone loop.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214884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4048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7C8C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328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8896" y="240487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as root, not as you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73952" y="3081528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an API is easy. Acting as a specific user is not.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agents use a service account — ignoring tenant, identity, and scoped permissions.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unsafe to put in production, so the demo never ships.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solve both — an autonomous growth loop that ships changes as the real user.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→ one insight → one change, shipped safely.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chat-native agent that closes the growth loop end to end — and publishes the result under the user's own identity.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C1C22"/>
          </a:solidFill>
          <a:ln w="15875">
            <a:solidFill>
              <a:srgbClr val="F5B1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9443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2788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· PostHog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2788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584448" y="27889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C1C22"/>
          </a:solidFill>
          <a:ln w="15875">
            <a:solidFill>
              <a:srgbClr val="D977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9443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2788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16168" y="2788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300216" y="27889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C1C22"/>
          </a:solidFill>
          <a:ln w="15875">
            <a:solidFill>
              <a:srgbClr val="7C8C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94436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0568" y="2788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asset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31936" y="2788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9015984" y="27889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C1C22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294436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46336" y="2788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· Linear + GitHub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1148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77240" y="453542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search_query, page_dropoff, and feature_confusion events.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410712" y="393192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39312" y="41148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3639312" y="453542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friction into one high-confidence, high-impact insight.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72784" y="393192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01384" y="41148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501384" y="453542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the actual code or content diff to fix it.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134856" y="393192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363456" y="41148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as you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363456" y="4535424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the Linear ticket and opens the GitHub PR as the real user.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 in, shipped change out — with identity and memory built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623560" cy="3657600"/>
          </a:xfrm>
          <a:prstGeom prst="roundRect">
            <a:avLst>
              <a:gd name="adj" fmla="val 3000"/>
            </a:avLst>
          </a:prstGeom>
          <a:solidFill>
            <a:srgbClr val="15151A"/>
          </a:solidFill>
          <a:ln w="15875">
            <a:solidFill>
              <a:srgbClr val="B69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017520"/>
            <a:ext cx="1828800" cy="960120"/>
          </a:xfrm>
          <a:prstGeom prst="roundRect">
            <a:avLst>
              <a:gd name="adj" fmla="val 8571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200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31638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4984" y="360273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(yours)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17520" y="274320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C1C22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8895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55264" y="3328416"/>
            <a:ext cx="2286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· generate · decide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017520" y="452628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C1C2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4709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94176" y="4672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Actian · memory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255264" y="511149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decisions &amp; encounters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606040" y="3456432"/>
            <a:ext cx="411480" cy="0"/>
          </a:xfrm>
          <a:prstGeom prst="line">
            <a:avLst/>
          </a:prstGeom>
          <a:noFill/>
          <a:ln w="19050">
            <a:solidFill>
              <a:srgbClr val="6E6E7A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233172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389120" y="4069080"/>
            <a:ext cx="0" cy="45720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triangle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4553712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/ store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537960" y="233172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9050">
            <a:solidFill>
              <a:srgbClr val="7C8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54203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3796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SCALEKIT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5379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layer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760720" y="3456432"/>
            <a:ext cx="777240" cy="0"/>
          </a:xfrm>
          <a:prstGeom prst="line">
            <a:avLst/>
          </a:prstGeom>
          <a:noFill/>
          <a:ln w="19050">
            <a:solidFill>
              <a:srgbClr val="7C8CFF"/>
            </a:solidFill>
            <a:prstDash val="solid"/>
            <a:headEnd type="triangle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229600" y="24231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C1C22"/>
          </a:solidFill>
          <a:ln w="12700">
            <a:solidFill>
              <a:srgbClr val="F5B1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6060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906256" y="2569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PostHog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467344" y="30083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229600" y="365760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C1C22"/>
          </a:solidFill>
          <a:ln w="12700">
            <a:solidFill>
              <a:srgbClr val="7C8C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84048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06256" y="38039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467344" y="42428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the ticket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229600" y="48920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5074920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906256" y="50383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467344" y="54772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PR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7909560" y="2880360"/>
            <a:ext cx="320040" cy="0"/>
          </a:xfrm>
          <a:prstGeom prst="line">
            <a:avLst/>
          </a:prstGeom>
          <a:noFill/>
          <a:ln w="19050">
            <a:solidFill>
              <a:srgbClr val="F5B14C"/>
            </a:solidFill>
            <a:prstDash val="solid"/>
            <a:headEnd type="triangle"/>
          </a:ln>
        </p:spPr>
      </p:sp>
      <p:sp>
        <p:nvSpPr>
          <p:cNvPr id="41" name="Shape 32"/>
          <p:cNvSpPr/>
          <p:nvPr/>
        </p:nvSpPr>
        <p:spPr>
          <a:xfrm>
            <a:off x="7909560" y="4114800"/>
            <a:ext cx="320040" cy="0"/>
          </a:xfrm>
          <a:prstGeom prst="line">
            <a:avLst/>
          </a:prstGeom>
          <a:noFill/>
          <a:ln w="19050">
            <a:solidFill>
              <a:srgbClr val="7C8CFF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7909560" y="5349240"/>
            <a:ext cx="320040" cy="0"/>
          </a:xfrm>
          <a:prstGeom prst="line">
            <a:avLst/>
          </a:prstGeom>
          <a:noFill/>
          <a:ln w="19050">
            <a:solidFill>
              <a:srgbClr val="F2F2F6"/>
            </a:solidFill>
            <a:prstDash val="solid"/>
            <a:tailEnd type="triangle"/>
          </a:ln>
        </p:spPr>
      </p:sp>
      <p:sp>
        <p:nvSpPr>
          <p:cNvPr id="43" name="Text 34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</a:t>
            </a:r>
            <a:pPr indent="0" marL="0">
              <a:buNone/>
            </a:pPr>
            <a:r>
              <a:rPr lang="en-US" sz="1250" i="1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Scalekit is the single connectivity layer to PostHog, Linear &amp; GitHub — Actian remembers every past decision — all on Render.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· SCALEKIT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as the right person — not a service account.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94960" cy="3154680"/>
          </a:xfrm>
          <a:prstGeom prst="roundRect">
            <a:avLst>
              <a:gd name="adj" fmla="val 2899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597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24414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a shared service account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tenant + per-user permissions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says "the bot did it"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risky to enable in production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54496" y="2148840"/>
            <a:ext cx="5303520" cy="3154680"/>
          </a:xfrm>
          <a:prstGeom prst="roundRect">
            <a:avLst>
              <a:gd name="adj" fmla="val 2899"/>
            </a:avLst>
          </a:prstGeom>
          <a:solidFill>
            <a:srgbClr val="1C1C22"/>
          </a:solidFill>
          <a:ln w="19050">
            <a:solidFill>
              <a:srgbClr val="7C8C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45973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2592" y="24414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 + Scalekit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28816" y="31546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2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on behalf of the specific user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2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token lifecycle + scoped access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2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tenant, identity, and context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2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to run for real — that's the unlock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 agent to GitHub or Linear is easy. Doing it as the right user, with the right permissions, is the last mile — and the whole point.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ACTIAN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remembers gets smarter.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Actian's VectorAI DB gives the agent fast, local vector search over every past encounter — no round-trip to the cloud to think.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3584448" cy="2194560"/>
          </a:xfrm>
          <a:prstGeom prst="roundRect">
            <a:avLst>
              <a:gd name="adj" fmla="val 4167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821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3101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318211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3858768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similar past insights before acting, so it builds on prior fixes.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25112" y="2926080"/>
            <a:ext cx="3584448" cy="2194560"/>
          </a:xfrm>
          <a:prstGeom prst="roundRect">
            <a:avLst>
              <a:gd name="adj" fmla="val 4167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31821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31012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318211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99432" y="3858768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re-file a ticket or re-open a PR for a problem it already solved.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83296" y="2926080"/>
            <a:ext cx="3584448" cy="2194560"/>
          </a:xfrm>
          <a:prstGeom prst="roundRect">
            <a:avLst>
              <a:gd name="adj" fmla="val 4167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31821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31012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318211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57616" y="3858768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loop enriches the memory, sharpening future insights over time.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66928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one-shot demo to a system that learns — that's what "in production" really means.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will see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15151A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9424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2249424"/>
            <a:ext cx="137160" cy="13716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2249424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1755648" y="21579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Growth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697480"/>
            <a:ext cx="5029200" cy="603504"/>
          </a:xfrm>
          <a:prstGeom prst="roundRect">
            <a:avLst>
              <a:gd name="adj" fmla="val 12121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87121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53312" y="26974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behavioral signals from PostHog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3410712"/>
            <a:ext cx="5029200" cy="603504"/>
          </a:xfrm>
          <a:prstGeom prst="roundRect">
            <a:avLst>
              <a:gd name="adj" fmla="val 12121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5844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341071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find data export — 86% confidence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" y="4123944"/>
            <a:ext cx="5029200" cy="603504"/>
          </a:xfrm>
          <a:prstGeom prst="roundRect">
            <a:avLst>
              <a:gd name="adj" fmla="val 12121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97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412394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tooltip + relocated CTA (diff)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41248" y="4837176"/>
            <a:ext cx="5029200" cy="603504"/>
          </a:xfrm>
          <a:prstGeom prst="roundRect">
            <a:avLst>
              <a:gd name="adj" fmla="val 12121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0109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48371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GRW-204 · opened PR #482 as the user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0" y="2148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Chat-native, like Claude or ChatGPT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00800" y="26974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agent stream the full loop live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panel (PostHog · Linear · GitHub) — wired through Scalekit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Linear ticket + GitHub PR, opened as the user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&amp; dark mode, deployed live on Render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0" y="507492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5875">
            <a:solidFill>
              <a:srgbClr val="B69C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523036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04304" y="5074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autonomous-growth-engine.onrender.com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all four —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048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328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24048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·  25%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self-improving growth loop that ships as the real user — not another API-calling demo.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4496" y="2148840"/>
            <a:ext cx="5285232" cy="1783080"/>
          </a:xfrm>
          <a:prstGeom prst="roundRect">
            <a:avLst>
              <a:gd name="adj" fmla="val 5128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4048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7C8C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328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4048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complexity  ·  25%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28816" y="3081528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uses all three: Scalekit identity, Actian vector memory, Render deploy.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3251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4531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9344" y="43251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25%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0017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SaaS team needs this. Safe, per-user actions make it real beyond the demo.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54496" y="4069080"/>
            <a:ext cx="5285232" cy="1783080"/>
          </a:xfrm>
          <a:prstGeom prst="roundRect">
            <a:avLst>
              <a:gd name="adj" fmla="val 5128"/>
            </a:avLst>
          </a:prstGeom>
          <a:solidFill>
            <a:srgbClr val="1C1C22"/>
          </a:solidFill>
          <a:ln w="12700">
            <a:solidFill>
              <a:srgbClr val="33333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3251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6262E"/>
          </a:solidFill>
          <a:ln w="12700">
            <a:solidFill>
              <a:srgbClr val="F5B14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45312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32511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usability  ·  25%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28816" y="5001768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chat UI anyone can drive — live, deployed, and clear in 60 seconds.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528255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Scalekit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Actian</a:t>
            </a:r>
            <a:pPr algn="r" indent="0" marL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r" indent="0" marL="0">
              <a:buNone/>
            </a:pPr>
            <a:r>
              <a:rPr lang="en-US" sz="900" b="1" dirty="0">
                <a:solidFill>
                  <a:srgbClr val="B6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76656"/>
            <a:ext cx="585216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don't just act —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as you.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Growth Engine — a self-improving SaaS layer built on Scalekit, Actian, and Render.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4892040"/>
            <a:ext cx="5669280" cy="658368"/>
          </a:xfrm>
          <a:prstGeom prst="roundRect">
            <a:avLst>
              <a:gd name="adj" fmla="val 16667"/>
            </a:avLst>
          </a:prstGeom>
          <a:solidFill>
            <a:srgbClr val="1C1C22"/>
          </a:solidFill>
          <a:ln w="15875">
            <a:solidFill>
              <a:srgbClr val="B69C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5663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autonomous-growth-engine.onrender.com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Scalekit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Actian</a:t>
            </a:r>
            <a:pPr indent="0" marL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</a:t>
            </a:r>
            <a:pPr indent="0" marL="0">
              <a:buNone/>
            </a:pPr>
            <a:r>
              <a:rPr lang="en-US" sz="1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Growth Engine</dc:title>
  <dc:subject>PptxGenJS Presentation</dc:subject>
  <dc:creator>Khushi Chandra</dc:creator>
  <cp:lastModifiedBy>Khushi Chandra</cp:lastModifiedBy>
  <cp:revision>1</cp:revision>
  <dcterms:created xsi:type="dcterms:W3CDTF">2026-06-27T22:33:50Z</dcterms:created>
  <dcterms:modified xsi:type="dcterms:W3CDTF">2026-06-27T22:33:50Z</dcterms:modified>
</cp:coreProperties>
</file>